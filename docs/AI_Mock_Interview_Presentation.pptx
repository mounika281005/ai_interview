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AI Mock Interview System</a:t>
            </a:r>
          </a:p>
          <a:p>
            <a:pPr algn="ctr">
              <a:defRPr sz="2400">
                <a:solidFill>
                  <a:srgbClr val="333333"/>
                </a:solidFill>
              </a:defRPr>
            </a:pPr>
            <a:r>
              <a:t>An AI-Powered Mock Interview Platform with NLP-Based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Project Team: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[Team Member 1] - [Reg. No. 1]        [Team Member 2] - [Reg. No. 2]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[Team Member 3] - [Reg. No. 3]        [Team Member 4] - [Reg. No. 4]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endParaRPr/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Project Guide: [Guide Name]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Institute: [Institute/School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Project Overview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AI Mock Interview System is a comprehensive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AI-powered platform that helps candidates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practice and improve their interview skills: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Voice-based interviews with real-time recording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NLP-powered evaluation for accurate assessment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Personalized feedback with improvement suggestions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Support for 40+ technologies and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Technologies Used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Frontend: React.js, React Router, CSS3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Backend: Python, FastAPI, SQLAlchemy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AI/ML: OpenAI Whisper, Sentence Transformers,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   NLTK, BERT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Database: SQLite (Dev), PostgreSQL (Prod)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Infrastructure: Docker, Uvicorn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Why This Project?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Growing Demand: Competitive job market requires extensive interview practice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Cost Barrier: Traditional mock interviews are expensive and time-consuming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Limited Access: Shortage of professional interview coaches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Gap in Existing Solutions: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Most platforms lack real-time voice-based interaction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Limited AI-powered feedback mechanisms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No comprehensive skill-based question generation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Problems It Solves: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Provides 24/7 accessible interview practice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Delivers instant, objective feedback on responses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Offers skill-specific question generation for 40+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Primary Objectives: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Develop a voice-based mock interview platform that allows candidates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to practice interviews by speaking naturally, simulating real conditions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Implement NLP-based answer evaluation using advanced AI models to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assess grammar, fluency, structure, and content relevance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Create a comprehensive feedback system that provides actionable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improvement suggestions and ideal answer comparisons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Validation Metrics: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Speech Recognition Accuracy: &gt; 95% using Whisper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Answer Evaluation: Scoring correlation &gt; 0.8 with expert ratings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User Experience: Complete interview flow in under 15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Background -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Speech-to-Text (STT)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Converting spoken audio into written text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Uses OpenAI Whisper model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Supports multiple languages and accents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Natural Language Processing (NLP)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Analyzing and understanding human language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Evaluating grammar, fluency, coherence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Semantic similarity with ideal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Sentence Embeddings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Converting sentences into numerical vectors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Enables similarity comparison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Uses Sentence Transformers (BERT-based)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Interview Assessment Criteria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Grammar: Correctness of sentence structure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Fluency: Natural flow and coherence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Structure: Logical organization (STAR method)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Relevance: Alignment with expected keywords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Related Work: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"Automated Essay Scoring Using NLP" - BERT-based Assessment Systems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Demonstrated effectiveness of transformer models for text evaluation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Limitation: Limited to written text, no speech component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"Robust Speech Recognition" - OpenAI Whisper (2022)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State-of-art speech recognition with high accuracy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Limitation: Requires GPU for real-time processing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"Sentence-BERT" - Reimers &amp; Gurevych (2019)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Efficient sentence embeddings for similarity matching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Limitation: May miss contextual nuances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Research Gap: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No existing system combines voice-based interviews + NLP evaluation +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skill-specific questions in a unified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Identification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Problems Identified: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Manual interview practice is expensive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Limits practice opportunities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Text-based platforms don't simulate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real interviews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Poor preparation for actual interviews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Generic feedback lacks actionable insights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Slow improvement progress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No skill-specific question generation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Misaligned practice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Our Solution: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Free, unlimited AI-powered interviews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Voice recording with real-time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transcription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Per-question scoring with specific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improvement tips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Skill-specific questions for 40+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technologies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Progress tracking over multiple sessions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                             High-Level System Flow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┌─────────────┐      ┌─────────────┐      ┌─────────────┐      ┌─────────────┐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│   SELECT    │ ──▶  │   ANSWER    │ ──▶  │     AI      │ ──▶  │    VIEW     │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│    SKILL    │      │  QUESTIONS  │      │ EVALUATION  │      │   RESULTS   │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└─────────────┘      └─────────────┘      └─────────────┘      └─────────────┘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Architecture Layers: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Client Layer: React Web Application (UI/UX)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API Layer: FastAPI Backend (Interview Router, Question Router, Feedback Router)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AI Services Layer: Speech-to-Text (Whisper), NLP Evaluation (BERT), Scoring Engine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Data Layer: SQLite/PostgreSQL + File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Technologies Covered (40+ Skills):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Programming Languages: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Python, JavaScript, Java, C++, Go, Rust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Frontend: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React, Angular, Vue.js, HTML/CSS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Backend: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Node.js, Django, FastAPI, Spring Boot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Databases: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SQL, MongoDB, PostgreSQL, Redis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Cloud &amp; DevOps: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AWS, Azure, GCP, Docker,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Question Database: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Total Questions: 500+ unique questions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Question Types: Technical, Behavioral,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Situational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Difficulty: Beginner, Intermediate, Advanced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Per Interview: 5 dynamically selected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Data Generated Per Interview: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Audio Files: WebM format recordings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Transcriptions: Text from STT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Scores: 4 criteria scores (0-5 each)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Feedback: AI-generated improvement tips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 Approach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 Processing Pipeline: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1: Speech-to-Text → OpenAI Whisper converts audio to text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2: Text Analysis → NLTK &amp; SpaCy analyze grammar and fluency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3: Semantic Evaluation → Sentence-BERT computes similarity scores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4: Feedback Generation → Personalized improvement suggestions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Scoring Criteria (Each 25% weight):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Grammar: Grammatical correctness (NLTK grammar checker)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Fluency: Natural language flow (Perplexity analysis)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Structure: Logical organization (STAR pattern matching)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Similarity: Relevance to ideal answer (Cosine similarity)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Preliminary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System Performance Metrics: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Speech Recognition Accuracy: [To be updated]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Target: &gt; 95%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Average Response Time: [To be updated]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Target: &lt; 3 seconds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Scoring Consistency: [To be updated]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Target: &gt; 0.8 correlation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Grade Scale: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A+: 90-100%    B+: 70-79%    C: 50-59%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A: 80-89%      B: 60-69%     D: 40-49%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Sample Evaluation Output: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Question: "Explain closures in JavaScript"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Scores: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Grammar: 4.2/5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Fluency: 3.8/5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Structure: 4.0/5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Similarity: 4.5/5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Total: 82.5% (Grade: A)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Feedback: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Clear explanation of core concept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✗ Include practical code 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Live Demonstration Flow: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Start Interview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Select technology (e.g., "JavaScript")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System generates 5 interview questions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Answer Questions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Question displayed on screen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User clicks "Record" and speaks answer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Audio recorded via browser microphone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Submit for Evaluation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All 5 recordings submitted to AI pipeline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Each answer processed through STT → NLP → Scoring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View Results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Per-question scores and feedback displayed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Strengths and improvements highlighted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Overall grade and progress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Team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40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┌──────────────────────┬────────────────────────────────────────────────┐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│     Team Member      │                  Contributions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├──────────────────────┼────────────────────────────────────────────────┤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│  [Member 1 Name]     │  Frontend Development (React), UI/UX Design   │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├──────────────────────┼────────────────────────────────────────────────┤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│  [Member 2 Name]     │  Backend Development (</a:t>
            </a:r>
            <a:r>
              <a:rPr dirty="0" err="1"/>
              <a:t>FastAPI</a:t>
            </a:r>
            <a:r>
              <a:rPr dirty="0"/>
              <a:t>), API Design    │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├──────────────────────┼────────────────────────────────────────────────┤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│  [Member 3 Name]     │  AI/ML Pipeline (STT, NLP Evaluation)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├──────────────────────┼────────────────────────────────────────────────┤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│  [Member 4 Name]     │  Database Design, Testing, Documentation      │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└──────────────────────┴────────────────────────────────────────────────┘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Development Stack: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Frontend: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React.js - User interface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React Router - Client-side routing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CSS3 - Styling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Backend: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Python 3.10+ - Server programming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FastAPI - REST API framework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SQLAlchemy - ORM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Pydantic - Data validation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Database: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SQLite - Development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PostgreSQL -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AI/ML Technologies: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OpenAI Whisper - Speech-to-Text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Sentence Transformers - Embeddings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NLTK - Grammar analysis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SpaCy - NLP processing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DevOps &amp; Tools: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Docker - Containerization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Uvicorn - ASGI server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Git/GitHub - Version control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VS Code - Development IDE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Postman - API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[1] A. Radford et al., "Robust Speech Recognition via Large-Scale Weak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Supervision," OpenAI, 2022. Available: https://openai.com/research/whisper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[2] N. Reimers and I. Gurevych, "Sentence-BERT: Sentence Embeddings using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Siamese BERT-Networks," EMNLP, 2019.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[3] S. Bird, E. Klein, and E. Loper, Natural Language Processing with Python,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O'Reilly Media, 2009.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[4] S. Ramírez, "FastAPI Documentation," 2023. Available: https://fastapi.tiangolo.com/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[5] React Team, "React Documentation," Meta, 2023. Available: https://react.dev/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[6] J. Devlin et al., "BERT: Pre-training of Deep Bidirectional Transformers,"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NAACL-HLT, 2019.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[7] M. Honnibal and I. Montani, "spaCy 2: Natural Language Understanding," 2017.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You!</a:t>
            </a:r>
          </a:p>
          <a:p>
            <a:pPr algn="ctr">
              <a:defRPr sz="2400">
                <a:solidFill>
                  <a:srgbClr val="333333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1600</Words>
  <Application>Microsoft Office PowerPoint</Application>
  <PresentationFormat>Custom</PresentationFormat>
  <Paragraphs>315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2026-01-16T12:14:31Z</dcterms:modified>
  <cp:category/>
</cp:coreProperties>
</file>